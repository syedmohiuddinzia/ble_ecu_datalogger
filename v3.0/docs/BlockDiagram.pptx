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33DD"/>
    <a:srgbClr val="333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43BD-46F3-495D-B675-76A0F3F00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D3AE1-14FB-4EDF-9E37-59307F10E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5FA02-BCB5-47B8-80A0-1D52D10D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24DE5-FAE6-428E-8ABA-D8E9C018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3C99-C3EB-4D1E-9254-330CC472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6939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11906-4BF8-4679-AC5D-EDF3CD4B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506F3-88E4-46B6-8130-6A19BC08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CE336-5092-459B-BF59-0C615580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7F6DE-B212-487E-8D46-CA9C3247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01A55-30C4-468F-B824-3445629F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8162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88CB-ACFD-455C-A500-075B5162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F34C0-8431-4D7D-918B-23CD60A76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486F6-DA48-474C-A766-0E11B87E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8FA6F-9CC1-444E-9A2F-62765644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AF5E-90F0-451D-8E9D-0FC2A2F1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7198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4ACE-4DA1-4F0F-8705-393B0994C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D9204-97E8-4B83-9627-B97ACFA76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D4BF6-0C72-4A8F-B362-AAB394F24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1CDA0-82BD-4B3E-AAF2-3FCF9776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182B2-D4A2-4771-A5CE-5A5C46FC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7033A-994C-4CC7-A043-C44EBA3F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57346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4718-5F20-4855-B85B-5DE984D3A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F8636-E34A-440A-BA5B-9AB2E9C39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741D-9B3C-4945-9333-88789E5CB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7DC9B-3CD1-4BBD-9CC5-2E569E06B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2B42B-C0DE-4A30-9D27-458596F6C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32803-823C-4C7B-BB3D-C98132CD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EF09C-3921-4896-9F38-152E77CE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FD75F-DFAB-4F87-8D03-6B52B05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49098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FDD0-30BB-48BB-8EC4-3CE67B6A2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EFBF5-E6FB-407A-9371-A3C89E80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31FE7-E638-45AC-BFAA-854CD24F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00D81-18AA-44FA-823A-7C9D494F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9588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667C1-7879-442C-9A3B-99CF2878C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8F5EE-9C89-4C23-89EB-7ABEAFD1D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8C5B-E326-419C-881F-4CFD9D06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8899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A484-2295-484A-8542-48F250B29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BD9C2-CC09-43A0-88A8-489C641B0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688FD-C254-4CBB-8836-D5DDEE808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71F1D-2345-46E1-970C-75B55934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07A97-0C51-4D3E-A9B5-DE3FBB90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DFD74-C1FC-4951-AC5F-CBA1F9CF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344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674CC-3C34-49AE-A7A8-CECE8BEC7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4F639-0F64-4BD0-A7AA-961A84E04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F3BE8-1510-464E-95CF-0466C5E16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85534-7232-4835-8084-616154A1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8B3F8-FF12-4C64-AD24-A1FB99C8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11DE5-913D-4AD8-AF30-E6181CA5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2077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656D-5EBD-4C74-BB9E-F91F875D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74F06-22C3-4F55-B51C-24FCF26F3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E000B-9ECA-4793-84F4-BA65C33A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46479-FA04-4D84-9AE9-BFA2F3C1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E098B-8698-4BA9-B1C5-387D2D1F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835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C98DC-5E8C-406E-9BC8-C63171783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589C1-E1EF-47F0-8869-9F0C41986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E5801-31B5-4962-BC06-22BDA108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783-61E6-4391-91C0-BFA8BA73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437E6-3184-4E69-9EF8-0AC4FF5A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034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C1DCD3-F5E3-41DA-BE5C-0742EE69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35D10-55AC-41E3-A45E-25DEB3222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F0043-D7D5-44F3-8A3A-9AD8C0A3D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A322E-5240-48C4-9BDA-AE81D417109F}" type="datetimeFigureOut">
              <a:rPr lang="en-AE" smtClean="0"/>
              <a:t>05/11/2025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E308-F073-481A-A858-02BE7145C7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BCC4B-296E-43CE-98CB-2F1E79050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12B5-EC42-479E-9032-52DB8E5EA82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6763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A83D8E9-6432-4605-B3BA-74C40FBC6217}"/>
              </a:ext>
            </a:extLst>
          </p:cNvPr>
          <p:cNvGrpSpPr/>
          <p:nvPr/>
        </p:nvGrpSpPr>
        <p:grpSpPr>
          <a:xfrm>
            <a:off x="2146828" y="1795335"/>
            <a:ext cx="7898343" cy="3479076"/>
            <a:chOff x="812800" y="1338135"/>
            <a:chExt cx="7898343" cy="347907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169790-EEB3-42F4-8C59-7EB336D03ABE}"/>
                </a:ext>
              </a:extLst>
            </p:cNvPr>
            <p:cNvSpPr/>
            <p:nvPr/>
          </p:nvSpPr>
          <p:spPr>
            <a:xfrm rot="16200000">
              <a:off x="397934" y="3069166"/>
              <a:ext cx="1549400" cy="719667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Engine</a:t>
              </a:r>
              <a:endParaRPr lang="en-AE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B867B4-1D2B-438E-87F3-0259360B7699}"/>
                </a:ext>
              </a:extLst>
            </p:cNvPr>
            <p:cNvSpPr/>
            <p:nvPr/>
          </p:nvSpPr>
          <p:spPr>
            <a:xfrm rot="16200000">
              <a:off x="2006601" y="3069165"/>
              <a:ext cx="1549400" cy="71966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ECU</a:t>
              </a:r>
              <a:endParaRPr lang="en-AE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62CFF7-855F-4A68-BF78-9EC2BCD91CFB}"/>
                </a:ext>
              </a:extLst>
            </p:cNvPr>
            <p:cNvSpPr/>
            <p:nvPr/>
          </p:nvSpPr>
          <p:spPr>
            <a:xfrm rot="16200000">
              <a:off x="3598337" y="3069164"/>
              <a:ext cx="1549400" cy="71966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ESP32</a:t>
              </a:r>
              <a:endParaRPr lang="en-AE" b="1" dirty="0">
                <a:solidFill>
                  <a:schemeClr val="bg1"/>
                </a:solidFill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B9685C55-EC7E-4143-809C-B8064AE4CB06}"/>
                </a:ext>
              </a:extLst>
            </p:cNvPr>
            <p:cNvGrpSpPr/>
            <p:nvPr/>
          </p:nvGrpSpPr>
          <p:grpSpPr>
            <a:xfrm>
              <a:off x="1532466" y="2764106"/>
              <a:ext cx="889590" cy="1329788"/>
              <a:chOff x="1532466" y="2764106"/>
              <a:chExt cx="889590" cy="1329788"/>
            </a:xfrm>
          </p:grpSpPr>
          <p:cxnSp>
            <p:nvCxnSpPr>
              <p:cNvPr id="7" name="Connector: Elbow 6">
                <a:extLst>
                  <a:ext uri="{FF2B5EF4-FFF2-40B4-BE49-F238E27FC236}">
                    <a16:creationId xmlns:a16="http://schemas.microsoft.com/office/drawing/2014/main" id="{0E596C9D-41A8-4AAB-922E-FAD3608BDF14}"/>
                  </a:ext>
                </a:extLst>
              </p:cNvPr>
              <p:cNvCxnSpPr>
                <a:cxnSpLocks/>
                <a:stCxn id="5" idx="0"/>
                <a:endCxn id="4" idx="2"/>
              </p:cNvCxnSpPr>
              <p:nvPr/>
            </p:nvCxnSpPr>
            <p:spPr>
              <a:xfrm rot="10800000" flipV="1">
                <a:off x="1532468" y="3428998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: Elbow 12">
                <a:extLst>
                  <a:ext uri="{FF2B5EF4-FFF2-40B4-BE49-F238E27FC236}">
                    <a16:creationId xmlns:a16="http://schemas.microsoft.com/office/drawing/2014/main" id="{AC68AA05-1D02-4EAB-BCBA-54AFD6E6D36C}"/>
                  </a:ext>
                </a:extLst>
              </p:cNvPr>
              <p:cNvCxnSpPr/>
              <p:nvPr/>
            </p:nvCxnSpPr>
            <p:spPr>
              <a:xfrm rot="10800000" flipV="1">
                <a:off x="1532468" y="3595222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: Elbow 13">
                <a:extLst>
                  <a:ext uri="{FF2B5EF4-FFF2-40B4-BE49-F238E27FC236}">
                    <a16:creationId xmlns:a16="http://schemas.microsoft.com/office/drawing/2014/main" id="{B78D223B-74B6-4883-BA90-6294E4EDEC41}"/>
                  </a:ext>
                </a:extLst>
              </p:cNvPr>
              <p:cNvCxnSpPr/>
              <p:nvPr/>
            </p:nvCxnSpPr>
            <p:spPr>
              <a:xfrm rot="10800000" flipV="1">
                <a:off x="1532466" y="3761446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or: Elbow 14">
                <a:extLst>
                  <a:ext uri="{FF2B5EF4-FFF2-40B4-BE49-F238E27FC236}">
                    <a16:creationId xmlns:a16="http://schemas.microsoft.com/office/drawing/2014/main" id="{7E16E9FA-11B3-41D9-AF54-5F681E930D1B}"/>
                  </a:ext>
                </a:extLst>
              </p:cNvPr>
              <p:cNvCxnSpPr/>
              <p:nvPr/>
            </p:nvCxnSpPr>
            <p:spPr>
              <a:xfrm rot="10800000" flipV="1">
                <a:off x="1532466" y="3927670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28E522C8-7E38-4362-A82C-6BC3DCBB9C72}"/>
                  </a:ext>
                </a:extLst>
              </p:cNvPr>
              <p:cNvCxnSpPr/>
              <p:nvPr/>
            </p:nvCxnSpPr>
            <p:spPr>
              <a:xfrm rot="10800000" flipV="1">
                <a:off x="1532466" y="4093893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81FD5B45-1517-4956-9357-8A6B67C4903E}"/>
                  </a:ext>
                </a:extLst>
              </p:cNvPr>
              <p:cNvCxnSpPr/>
              <p:nvPr/>
            </p:nvCxnSpPr>
            <p:spPr>
              <a:xfrm rot="10800000" flipV="1">
                <a:off x="1533056" y="2764106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or: Elbow 18">
                <a:extLst>
                  <a:ext uri="{FF2B5EF4-FFF2-40B4-BE49-F238E27FC236}">
                    <a16:creationId xmlns:a16="http://schemas.microsoft.com/office/drawing/2014/main" id="{C62C77EF-4DEB-4539-B41B-B97A3C0BC213}"/>
                  </a:ext>
                </a:extLst>
              </p:cNvPr>
              <p:cNvCxnSpPr/>
              <p:nvPr/>
            </p:nvCxnSpPr>
            <p:spPr>
              <a:xfrm rot="10800000" flipV="1">
                <a:off x="1533056" y="2930330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or: Elbow 19">
                <a:extLst>
                  <a:ext uri="{FF2B5EF4-FFF2-40B4-BE49-F238E27FC236}">
                    <a16:creationId xmlns:a16="http://schemas.microsoft.com/office/drawing/2014/main" id="{D47B4B9C-5120-4E8A-962B-399AD57DB127}"/>
                  </a:ext>
                </a:extLst>
              </p:cNvPr>
              <p:cNvCxnSpPr/>
              <p:nvPr/>
            </p:nvCxnSpPr>
            <p:spPr>
              <a:xfrm rot="10800000" flipV="1">
                <a:off x="1533054" y="3096554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ctor: Elbow 20">
                <a:extLst>
                  <a:ext uri="{FF2B5EF4-FFF2-40B4-BE49-F238E27FC236}">
                    <a16:creationId xmlns:a16="http://schemas.microsoft.com/office/drawing/2014/main" id="{6B5D6011-30AB-4EF3-B222-BD1F838D3898}"/>
                  </a:ext>
                </a:extLst>
              </p:cNvPr>
              <p:cNvCxnSpPr/>
              <p:nvPr/>
            </p:nvCxnSpPr>
            <p:spPr>
              <a:xfrm rot="10800000" flipV="1">
                <a:off x="1533054" y="3262778"/>
                <a:ext cx="889000" cy="1"/>
              </a:xfrm>
              <a:prstGeom prst="bentConnector3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6089BCF-9130-443D-B538-DB84B62D3876}"/>
                </a:ext>
              </a:extLst>
            </p:cNvPr>
            <p:cNvGrpSpPr/>
            <p:nvPr/>
          </p:nvGrpSpPr>
          <p:grpSpPr>
            <a:xfrm>
              <a:off x="3141132" y="3318074"/>
              <a:ext cx="872072" cy="221849"/>
              <a:chOff x="3141132" y="3318074"/>
              <a:chExt cx="872072" cy="221849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6330BE4-3129-4272-A2AC-503A21A53E90}"/>
                  </a:ext>
                </a:extLst>
              </p:cNvPr>
              <p:cNvCxnSpPr>
                <a:cxnSpLocks/>
                <a:stCxn id="10" idx="0"/>
                <a:endCxn id="5" idx="2"/>
              </p:cNvCxnSpPr>
              <p:nvPr/>
            </p:nvCxnSpPr>
            <p:spPr>
              <a:xfrm flipH="1">
                <a:off x="3141135" y="3428998"/>
                <a:ext cx="872069" cy="1"/>
              </a:xfrm>
              <a:prstGeom prst="line">
                <a:avLst/>
              </a:prstGeom>
              <a:ln w="38100">
                <a:solidFill>
                  <a:schemeClr val="accent4">
                    <a:lumMod val="60000"/>
                    <a:lumOff val="40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EA3B311-99D3-4395-A011-1E113AE3E59B}"/>
                  </a:ext>
                </a:extLst>
              </p:cNvPr>
              <p:cNvCxnSpPr/>
              <p:nvPr/>
            </p:nvCxnSpPr>
            <p:spPr>
              <a:xfrm flipH="1">
                <a:off x="3141132" y="3539922"/>
                <a:ext cx="872069" cy="1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6F9F97E6-1B02-450D-B720-8E755CD8A39E}"/>
                  </a:ext>
                </a:extLst>
              </p:cNvPr>
              <p:cNvCxnSpPr/>
              <p:nvPr/>
            </p:nvCxnSpPr>
            <p:spPr>
              <a:xfrm flipH="1">
                <a:off x="3141132" y="3318074"/>
                <a:ext cx="872069" cy="1"/>
              </a:xfrm>
              <a:prstGeom prst="line">
                <a:avLst/>
              </a:prstGeom>
              <a:ln w="38100">
                <a:solidFill>
                  <a:srgbClr val="92D050"/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0EF4DC2-A9BC-4387-976B-9761005E1EF1}"/>
                </a:ext>
              </a:extLst>
            </p:cNvPr>
            <p:cNvSpPr/>
            <p:nvPr/>
          </p:nvSpPr>
          <p:spPr>
            <a:xfrm>
              <a:off x="3985688" y="1347052"/>
              <a:ext cx="774700" cy="71966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MMC</a:t>
              </a:r>
              <a:endParaRPr lang="en-AE" b="1" dirty="0">
                <a:solidFill>
                  <a:schemeClr val="bg1"/>
                </a:solidFill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239950A-D8A2-49A4-A6AE-B6EDFB66E61B}"/>
                </a:ext>
              </a:extLst>
            </p:cNvPr>
            <p:cNvGrpSpPr/>
            <p:nvPr/>
          </p:nvGrpSpPr>
          <p:grpSpPr>
            <a:xfrm>
              <a:off x="4103958" y="2066718"/>
              <a:ext cx="542924" cy="587579"/>
              <a:chOff x="4103958" y="2066718"/>
              <a:chExt cx="542924" cy="587579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C13B17A-D661-47BC-AB83-139A40AFAE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3033" y="2066718"/>
                <a:ext cx="0" cy="587579"/>
              </a:xfrm>
              <a:prstGeom prst="line">
                <a:avLst/>
              </a:prstGeom>
              <a:ln w="38100"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3939A0D-30C7-40CC-A9A1-8D0674BBD0C3}"/>
                  </a:ext>
                </a:extLst>
              </p:cNvPr>
              <p:cNvCxnSpPr/>
              <p:nvPr/>
            </p:nvCxnSpPr>
            <p:spPr>
              <a:xfrm>
                <a:off x="4432570" y="2066718"/>
                <a:ext cx="0" cy="587579"/>
              </a:xfrm>
              <a:prstGeom prst="line">
                <a:avLst/>
              </a:prstGeom>
              <a:ln w="38100"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4974B8E-8FE2-43A7-9430-309E949FB40A}"/>
                  </a:ext>
                </a:extLst>
              </p:cNvPr>
              <p:cNvCxnSpPr/>
              <p:nvPr/>
            </p:nvCxnSpPr>
            <p:spPr>
              <a:xfrm>
                <a:off x="4542108" y="2066718"/>
                <a:ext cx="0" cy="587579"/>
              </a:xfrm>
              <a:prstGeom prst="line">
                <a:avLst/>
              </a:prstGeom>
              <a:ln w="38100"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E798EA0-007E-4ABB-8E77-343C02B8151F}"/>
                  </a:ext>
                </a:extLst>
              </p:cNvPr>
              <p:cNvCxnSpPr/>
              <p:nvPr/>
            </p:nvCxnSpPr>
            <p:spPr>
              <a:xfrm>
                <a:off x="4646882" y="2066718"/>
                <a:ext cx="0" cy="587579"/>
              </a:xfrm>
              <a:prstGeom prst="line">
                <a:avLst/>
              </a:prstGeom>
              <a:ln w="38100"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D6873671-1A39-4914-BE3B-93DC8C2F0A2D}"/>
                  </a:ext>
                </a:extLst>
              </p:cNvPr>
              <p:cNvCxnSpPr/>
              <p:nvPr/>
            </p:nvCxnSpPr>
            <p:spPr>
              <a:xfrm>
                <a:off x="4213495" y="2066718"/>
                <a:ext cx="0" cy="587579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4F037E1-F9CC-404D-A57C-F34A9CA3DDEB}"/>
                  </a:ext>
                </a:extLst>
              </p:cNvPr>
              <p:cNvCxnSpPr/>
              <p:nvPr/>
            </p:nvCxnSpPr>
            <p:spPr>
              <a:xfrm>
                <a:off x="4103958" y="2066718"/>
                <a:ext cx="0" cy="587579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9859C8DA-4C15-42F5-AD11-A0A662BCB564}"/>
                </a:ext>
              </a:extLst>
            </p:cNvPr>
            <p:cNvGrpSpPr/>
            <p:nvPr/>
          </p:nvGrpSpPr>
          <p:grpSpPr>
            <a:xfrm>
              <a:off x="816619" y="1347050"/>
              <a:ext cx="2352032" cy="719668"/>
              <a:chOff x="816619" y="1347050"/>
              <a:chExt cx="2352032" cy="71966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E0DBB46-112B-469B-99DE-BD5DA2B5263F}"/>
                  </a:ext>
                </a:extLst>
              </p:cNvPr>
              <p:cNvSpPr/>
              <p:nvPr/>
            </p:nvSpPr>
            <p:spPr>
              <a:xfrm>
                <a:off x="2393951" y="1347051"/>
                <a:ext cx="774700" cy="719667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rPr>
                  <a:t>BUCK</a:t>
                </a:r>
                <a:endParaRPr lang="en-AE" b="1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52776AB-71CD-4A28-986C-8C697B8B9E07}"/>
                  </a:ext>
                </a:extLst>
              </p:cNvPr>
              <p:cNvSpPr/>
              <p:nvPr/>
            </p:nvSpPr>
            <p:spPr>
              <a:xfrm>
                <a:off x="816619" y="1347050"/>
                <a:ext cx="774700" cy="719667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C000"/>
                    </a:solidFill>
                  </a:rPr>
                  <a:t>6S -2S</a:t>
                </a:r>
              </a:p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Battery</a:t>
                </a:r>
                <a:endParaRPr lang="en-AE" sz="14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E864DD5-FDFF-4234-B2B4-9CC3CF9998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91319" y="1650546"/>
                <a:ext cx="802632" cy="1"/>
              </a:xfrm>
              <a:prstGeom prst="line">
                <a:avLst/>
              </a:prstGeom>
              <a:ln w="38100">
                <a:solidFill>
                  <a:srgbClr val="FF0000"/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1E8310A6-C1BD-4374-86A0-006F1726B957}"/>
                  </a:ext>
                </a:extLst>
              </p:cNvPr>
              <p:cNvCxnSpPr/>
              <p:nvPr/>
            </p:nvCxnSpPr>
            <p:spPr>
              <a:xfrm flipH="1" flipV="1">
                <a:off x="1588486" y="1766849"/>
                <a:ext cx="802632" cy="1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diamond" w="med" len="med"/>
                <a:tailEnd type="diamond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51198E4D-44F5-476B-B49E-AD3B311F9697}"/>
                </a:ext>
              </a:extLst>
            </p:cNvPr>
            <p:cNvGrpSpPr/>
            <p:nvPr/>
          </p:nvGrpSpPr>
          <p:grpSpPr>
            <a:xfrm>
              <a:off x="3168651" y="1650546"/>
              <a:ext cx="844550" cy="1433195"/>
              <a:chOff x="3168651" y="1650546"/>
              <a:chExt cx="844550" cy="1433195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4AD8F428-8555-4D26-9505-2D6E141661BE}"/>
                  </a:ext>
                </a:extLst>
              </p:cNvPr>
              <p:cNvGrpSpPr/>
              <p:nvPr/>
            </p:nvGrpSpPr>
            <p:grpSpPr>
              <a:xfrm>
                <a:off x="3168651" y="1650546"/>
                <a:ext cx="844550" cy="1319697"/>
                <a:chOff x="3168651" y="1650546"/>
                <a:chExt cx="844550" cy="1319697"/>
              </a:xfrm>
            </p:grpSpPr>
            <p:cxnSp>
              <p:nvCxnSpPr>
                <p:cNvPr id="62" name="Connector: Elbow 61">
                  <a:extLst>
                    <a:ext uri="{FF2B5EF4-FFF2-40B4-BE49-F238E27FC236}">
                      <a16:creationId xmlns:a16="http://schemas.microsoft.com/office/drawing/2014/main" id="{EE351DE1-024C-4054-A871-99E1EBE8F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8651" y="1650546"/>
                  <a:ext cx="404149" cy="1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FF0000"/>
                  </a:solidFill>
                  <a:headEnd type="diamon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Connector: Elbow 70">
                  <a:extLst>
                    <a:ext uri="{FF2B5EF4-FFF2-40B4-BE49-F238E27FC236}">
                      <a16:creationId xmlns:a16="http://schemas.microsoft.com/office/drawing/2014/main" id="{105E0E05-9C37-4720-A4B3-65634666A0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67781" y="2960330"/>
                  <a:ext cx="445420" cy="1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FF0000"/>
                  </a:solidFill>
                  <a:tailEnd type="diamon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44A5FD48-CEB1-4098-9EEF-D6CD16FCBC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54023" y="1650546"/>
                  <a:ext cx="27516" cy="1319697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C11F39BB-613D-4A4E-BA75-ED892094B5BD}"/>
                  </a:ext>
                </a:extLst>
              </p:cNvPr>
              <p:cNvGrpSpPr/>
              <p:nvPr/>
            </p:nvGrpSpPr>
            <p:grpSpPr>
              <a:xfrm>
                <a:off x="3168651" y="1766849"/>
                <a:ext cx="844550" cy="1316892"/>
                <a:chOff x="3168651" y="1766849"/>
                <a:chExt cx="844550" cy="1316892"/>
              </a:xfrm>
            </p:grpSpPr>
            <p:cxnSp>
              <p:nvCxnSpPr>
                <p:cNvPr id="78" name="Connector: Elbow 77">
                  <a:extLst>
                    <a:ext uri="{FF2B5EF4-FFF2-40B4-BE49-F238E27FC236}">
                      <a16:creationId xmlns:a16="http://schemas.microsoft.com/office/drawing/2014/main" id="{C8A31E41-55C6-4B80-8BE9-3FA44170AF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8651" y="1773063"/>
                  <a:ext cx="279591" cy="1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chemeClr val="tx1"/>
                  </a:solidFill>
                  <a:headEnd type="diamon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69713353-AE18-4531-9C73-8F70F69627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4484" y="1766849"/>
                  <a:ext cx="27516" cy="131689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Connector: Elbow 80">
                  <a:extLst>
                    <a:ext uri="{FF2B5EF4-FFF2-40B4-BE49-F238E27FC236}">
                      <a16:creationId xmlns:a16="http://schemas.microsoft.com/office/drawing/2014/main" id="{BF626A8A-C094-432F-9F04-9F45F26BD8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48242" y="3072122"/>
                  <a:ext cx="564959" cy="999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chemeClr val="tx1"/>
                  </a:solidFill>
                  <a:tailEnd type="diamon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6DA00666-CFFE-4CB3-A8DC-57C6AA70B3C2}"/>
                </a:ext>
              </a:extLst>
            </p:cNvPr>
            <p:cNvGrpSpPr/>
            <p:nvPr/>
          </p:nvGrpSpPr>
          <p:grpSpPr>
            <a:xfrm>
              <a:off x="4028784" y="4203698"/>
              <a:ext cx="674097" cy="364510"/>
              <a:chOff x="4028784" y="4203698"/>
              <a:chExt cx="674097" cy="364510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4F8EF58C-3DD5-447C-A4AF-2DBB9C315E89}"/>
                  </a:ext>
                </a:extLst>
              </p:cNvPr>
              <p:cNvGrpSpPr/>
              <p:nvPr/>
            </p:nvGrpSpPr>
            <p:grpSpPr>
              <a:xfrm>
                <a:off x="4028784" y="4203698"/>
                <a:ext cx="214312" cy="364025"/>
                <a:chOff x="4028784" y="4203698"/>
                <a:chExt cx="214312" cy="364025"/>
              </a:xfrm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23FC2BFA-3EF0-4FEC-B001-7C35C49EF3DD}"/>
                    </a:ext>
                  </a:extLst>
                </p:cNvPr>
                <p:cNvSpPr/>
                <p:nvPr/>
              </p:nvSpPr>
              <p:spPr>
                <a:xfrm>
                  <a:off x="4028784" y="4329372"/>
                  <a:ext cx="214312" cy="238351"/>
                </a:xfrm>
                <a:prstGeom prst="ellipse">
                  <a:avLst/>
                </a:prstGeom>
                <a:solidFill>
                  <a:srgbClr val="2B33D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0F4A3902-C851-426D-97A1-D17638558551}"/>
                    </a:ext>
                  </a:extLst>
                </p:cNvPr>
                <p:cNvCxnSpPr>
                  <a:cxnSpLocks/>
                  <a:stCxn id="98" idx="0"/>
                </p:cNvCxnSpPr>
                <p:nvPr/>
              </p:nvCxnSpPr>
              <p:spPr>
                <a:xfrm flipV="1">
                  <a:off x="4135940" y="4203698"/>
                  <a:ext cx="0" cy="125674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diamond" w="med" len="med"/>
                  <a:tailEnd type="diamond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4577C96B-D2CE-43F1-95C9-DAEF1F1C5BC8}"/>
                  </a:ext>
                </a:extLst>
              </p:cNvPr>
              <p:cNvGrpSpPr/>
              <p:nvPr/>
            </p:nvGrpSpPr>
            <p:grpSpPr>
              <a:xfrm>
                <a:off x="4258677" y="4204183"/>
                <a:ext cx="214312" cy="364025"/>
                <a:chOff x="4258677" y="4204183"/>
                <a:chExt cx="214312" cy="364025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B7A9B598-7E2B-4783-8B3E-78791F0DE0C6}"/>
                    </a:ext>
                  </a:extLst>
                </p:cNvPr>
                <p:cNvSpPr/>
                <p:nvPr/>
              </p:nvSpPr>
              <p:spPr>
                <a:xfrm>
                  <a:off x="4258677" y="4329857"/>
                  <a:ext cx="214312" cy="23835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 dirty="0"/>
                </a:p>
              </p:txBody>
            </p: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630D1D15-3A88-4945-B816-6060E747A91E}"/>
                    </a:ext>
                  </a:extLst>
                </p:cNvPr>
                <p:cNvCxnSpPr>
                  <a:cxnSpLocks/>
                  <a:stCxn id="108" idx="0"/>
                </p:cNvCxnSpPr>
                <p:nvPr/>
              </p:nvCxnSpPr>
              <p:spPr>
                <a:xfrm flipV="1">
                  <a:off x="4365833" y="4204183"/>
                  <a:ext cx="0" cy="125674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diamond" w="med" len="med"/>
                  <a:tailEnd type="diamond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82E6F08F-ED49-4990-9143-1F336A1A4B88}"/>
                  </a:ext>
                </a:extLst>
              </p:cNvPr>
              <p:cNvGrpSpPr/>
              <p:nvPr/>
            </p:nvGrpSpPr>
            <p:grpSpPr>
              <a:xfrm>
                <a:off x="4488569" y="4203698"/>
                <a:ext cx="214312" cy="364025"/>
                <a:chOff x="4488569" y="4203698"/>
                <a:chExt cx="214312" cy="364025"/>
              </a:xfrm>
            </p:grpSpPr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54F004BF-EF25-4829-8A98-60694BBA7FD8}"/>
                    </a:ext>
                  </a:extLst>
                </p:cNvPr>
                <p:cNvSpPr/>
                <p:nvPr/>
              </p:nvSpPr>
              <p:spPr>
                <a:xfrm>
                  <a:off x="4488569" y="4329372"/>
                  <a:ext cx="214312" cy="238351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E"/>
                </a:p>
              </p:txBody>
            </p: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7B5AFAC4-AB5C-44E8-B786-84AF87B88763}"/>
                    </a:ext>
                  </a:extLst>
                </p:cNvPr>
                <p:cNvCxnSpPr>
                  <a:cxnSpLocks/>
                  <a:stCxn id="111" idx="0"/>
                </p:cNvCxnSpPr>
                <p:nvPr/>
              </p:nvCxnSpPr>
              <p:spPr>
                <a:xfrm flipV="1">
                  <a:off x="4595725" y="4203698"/>
                  <a:ext cx="0" cy="125674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diamond" w="med" len="med"/>
                  <a:tailEnd type="diamond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08C3FAA4-0AA8-4F2E-BDD1-8513C5E41F49}"/>
                </a:ext>
              </a:extLst>
            </p:cNvPr>
            <p:cNvGrpSpPr/>
            <p:nvPr/>
          </p:nvGrpSpPr>
          <p:grpSpPr>
            <a:xfrm>
              <a:off x="5516837" y="1338135"/>
              <a:ext cx="3019955" cy="1863697"/>
              <a:chOff x="6428585" y="1586849"/>
              <a:chExt cx="3019955" cy="1863697"/>
            </a:xfrm>
          </p:grpSpPr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C1592B3B-6BF6-4B38-A4B0-5C5BC79B50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06276" y="2550546"/>
                <a:ext cx="900000" cy="900000"/>
              </a:xfrm>
              <a:prstGeom prst="rect">
                <a:avLst/>
              </a:prstGeom>
            </p:spPr>
          </p:pic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89216BDD-96BD-45D1-BFD6-F3EF32FCC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8540" y="1650546"/>
                <a:ext cx="1800000" cy="1800000"/>
              </a:xfrm>
              <a:prstGeom prst="rect">
                <a:avLst/>
              </a:prstGeom>
            </p:spPr>
          </p:pic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39945FC1-CAB1-4241-982A-D23BDCEBAC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6276" y="1586849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83D3857F-B725-4727-AC02-9189BEF3A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05316" y="2065295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18928496-479E-4543-AD1C-34FE5EBC89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76276" y="1586849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2F65FFCA-72F7-4D48-8EC3-00B95D614E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8585" y="2065295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29" name="Picture 128">
                <a:extLst>
                  <a:ext uri="{FF2B5EF4-FFF2-40B4-BE49-F238E27FC236}">
                    <a16:creationId xmlns:a16="http://schemas.microsoft.com/office/drawing/2014/main" id="{E5BA2A06-9E21-4D9D-88C8-D12117B67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39717" y="2065295"/>
                <a:ext cx="360000" cy="360000"/>
              </a:xfrm>
              <a:prstGeom prst="rect">
                <a:avLst/>
              </a:prstGeom>
            </p:spPr>
          </p:pic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E1ED538-0797-4489-BBE9-33B8F75C97C0}"/>
                </a:ext>
              </a:extLst>
            </p:cNvPr>
            <p:cNvSpPr txBox="1"/>
            <p:nvPr/>
          </p:nvSpPr>
          <p:spPr>
            <a:xfrm>
              <a:off x="5375135" y="2528446"/>
              <a:ext cx="78396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Bluetooth</a:t>
              </a:r>
              <a:endParaRPr lang="en-AE" sz="105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CEEEB27-7E1F-4E1F-8223-DC28A4BE9DE2}"/>
                </a:ext>
              </a:extLst>
            </p:cNvPr>
            <p:cNvSpPr txBox="1"/>
            <p:nvPr/>
          </p:nvSpPr>
          <p:spPr>
            <a:xfrm>
              <a:off x="3079767" y="3520183"/>
              <a:ext cx="9948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Universal</a:t>
              </a:r>
            </a:p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Asynchronous</a:t>
              </a:r>
            </a:p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Receiver- Transmitter</a:t>
              </a:r>
              <a:endParaRPr lang="en-AE" sz="105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52D0A29-84B5-461E-B8D4-E5481F911AF3}"/>
                </a:ext>
              </a:extLst>
            </p:cNvPr>
            <p:cNvSpPr txBox="1"/>
            <p:nvPr/>
          </p:nvSpPr>
          <p:spPr>
            <a:xfrm>
              <a:off x="4612932" y="2083333"/>
              <a:ext cx="783966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Serial</a:t>
              </a:r>
            </a:p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Peripheral</a:t>
              </a:r>
            </a:p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Interface</a:t>
              </a:r>
              <a:endParaRPr lang="en-AE" sz="105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8042934-B801-4577-B040-134ECA3D2C23}"/>
                </a:ext>
              </a:extLst>
            </p:cNvPr>
            <p:cNvSpPr txBox="1"/>
            <p:nvPr/>
          </p:nvSpPr>
          <p:spPr>
            <a:xfrm>
              <a:off x="1547790" y="1429992"/>
              <a:ext cx="9040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48VDC-5VDC</a:t>
              </a:r>
              <a:endParaRPr lang="en-AE" sz="105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12FDE20-CFEC-4FCD-924F-B1651F471838}"/>
                </a:ext>
              </a:extLst>
            </p:cNvPr>
            <p:cNvSpPr txBox="1"/>
            <p:nvPr/>
          </p:nvSpPr>
          <p:spPr>
            <a:xfrm>
              <a:off x="3156211" y="1429992"/>
              <a:ext cx="52298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5VDC</a:t>
              </a:r>
              <a:endParaRPr lang="en-AE" sz="105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5A4D34EF-DB64-42BB-8691-75A24884051D}"/>
                </a:ext>
              </a:extLst>
            </p:cNvPr>
            <p:cNvSpPr txBox="1"/>
            <p:nvPr/>
          </p:nvSpPr>
          <p:spPr>
            <a:xfrm>
              <a:off x="3263870" y="4157479"/>
              <a:ext cx="74511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b="1" i="1" dirty="0">
                  <a:solidFill>
                    <a:srgbClr val="2B33DD"/>
                  </a:solidFill>
                </a:rPr>
                <a:t>Connected</a:t>
              </a:r>
            </a:p>
            <a:p>
              <a:pPr algn="r"/>
              <a:r>
                <a:rPr lang="en-US" sz="1000" b="1" i="1" dirty="0">
                  <a:solidFill>
                    <a:srgbClr val="FF0000"/>
                  </a:solidFill>
                </a:rPr>
                <a:t>Powered</a:t>
              </a:r>
            </a:p>
            <a:p>
              <a:pPr algn="r"/>
              <a:r>
                <a:rPr lang="en-US" sz="1000" b="1" i="1" dirty="0">
                  <a:solidFill>
                    <a:schemeClr val="accent6">
                      <a:lumMod val="50000"/>
                    </a:schemeClr>
                  </a:solidFill>
                </a:rPr>
                <a:t>Data Send</a:t>
              </a:r>
              <a:endParaRPr lang="en-AE" sz="1000" b="1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cxnSp>
          <p:nvCxnSpPr>
            <p:cNvPr id="142" name="Connector: Elbow 141">
              <a:extLst>
                <a:ext uri="{FF2B5EF4-FFF2-40B4-BE49-F238E27FC236}">
                  <a16:creationId xmlns:a16="http://schemas.microsoft.com/office/drawing/2014/main" id="{28E4E73C-AE1A-4599-B970-1D94ECBD834B}"/>
                </a:ext>
              </a:extLst>
            </p:cNvPr>
            <p:cNvCxnSpPr>
              <a:cxnSpLocks/>
              <a:stCxn id="10" idx="2"/>
              <a:endCxn id="117" idx="1"/>
            </p:cNvCxnSpPr>
            <p:nvPr/>
          </p:nvCxnSpPr>
          <p:spPr>
            <a:xfrm flipV="1">
              <a:off x="4732871" y="2751832"/>
              <a:ext cx="1361657" cy="677166"/>
            </a:xfrm>
            <a:prstGeom prst="bentConnector3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951DE5F-BB2F-4799-B0EE-282581940373}"/>
                </a:ext>
              </a:extLst>
            </p:cNvPr>
            <p:cNvSpPr txBox="1"/>
            <p:nvPr/>
          </p:nvSpPr>
          <p:spPr>
            <a:xfrm>
              <a:off x="4840631" y="3553697"/>
              <a:ext cx="3825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rgbClr val="0070C0"/>
                  </a:solidFill>
                </a:rPr>
                <a:t>Device Name, Connect, Disconnect, Start, Stop, Delete, Export CSV, Logging Status, SD Card Status, Battery Voltages (V)</a:t>
              </a:r>
              <a:endParaRPr lang="en-AE" sz="900" b="1" i="1" dirty="0">
                <a:solidFill>
                  <a:srgbClr val="0070C0"/>
                </a:solidFill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9584D801-8D38-4D6B-9EC4-53C3B3BBE958}"/>
                </a:ext>
              </a:extLst>
            </p:cNvPr>
            <p:cNvSpPr txBox="1"/>
            <p:nvPr/>
          </p:nvSpPr>
          <p:spPr>
            <a:xfrm>
              <a:off x="4825616" y="3861018"/>
              <a:ext cx="3885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Seconds (s) | Injection PW1/PW2 (</a:t>
              </a:r>
              <a:r>
                <a:rPr lang="en-US" sz="900" b="1" i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ms</a:t>
              </a:r>
              <a:r>
                <a:rPr lang="en-US" sz="9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 | RPM (rpm) | Ignition Advance Angle (deg) | Air/Fuel Ration Target1/Target2 | Wideband O2 Enabled1/Enabled2 | Barometric Pressure (KPa) | Manifold Absolute Pressure (KPa) | </a:t>
              </a:r>
              <a:r>
                <a:rPr lang="en-US" sz="900" b="1" i="1" dirty="0"/>
                <a:t>Manifold Air Temperature (°C) | Cylinder Temperature (°C) | Throttle Position (%), 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EE22F549-5A95-4A77-8BA6-40926E03FF45}"/>
                </a:ext>
              </a:extLst>
            </p:cNvPr>
            <p:cNvSpPr txBox="1"/>
            <p:nvPr/>
          </p:nvSpPr>
          <p:spPr>
            <a:xfrm>
              <a:off x="4808644" y="4447879"/>
              <a:ext cx="3889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solidFill>
                    <a:srgbClr val="FF0000"/>
                  </a:solidFill>
                </a:rPr>
                <a:t>Engine Ready | Engine Crank | Engine Start Warmup | Engine Warmup |TPS Acceleration Mode | TPS Deacceleration Mode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6B31CF2-8856-44C2-B569-E6D696CF83E8}"/>
                </a:ext>
              </a:extLst>
            </p:cNvPr>
            <p:cNvSpPr txBox="1"/>
            <p:nvPr/>
          </p:nvSpPr>
          <p:spPr>
            <a:xfrm>
              <a:off x="5272568" y="2744233"/>
              <a:ext cx="78396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3253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140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IIPilots</dc:creator>
  <cp:lastModifiedBy>IIPilots</cp:lastModifiedBy>
  <cp:revision>12</cp:revision>
  <dcterms:created xsi:type="dcterms:W3CDTF">2025-11-05T13:58:08Z</dcterms:created>
  <dcterms:modified xsi:type="dcterms:W3CDTF">2025-11-05T16:24:26Z</dcterms:modified>
</cp:coreProperties>
</file>